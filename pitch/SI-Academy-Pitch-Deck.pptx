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one-liner: we make AI literacy teachable in every Canadian classroom, in the languages families actually speak.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Policy tailwinds are unprecedented. Funding is flowing to educators, but ready-to-teach, curriculum-mapped content is scarce.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Educators want to comply and teach well, but they lack time, translation and Canadian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the lesson page: toggle to Chinese, press Listen. Then show the policy generator.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Voice is not a gimmick — it doubles the addressable grade range and satisfies accessibility requirements districts must meet.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Bottom-up: 3,000 schools × $1,200/yr = $3.6M ARR at 100% penetration of year-1 target districts.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 tier drives teacher adoption; districts pay for administration, compliance and integration.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ride the policy cycle: every district writing an AI policy in 2026–27 needs classroom content to back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complementary to AI tutors; we teach students how to use them responsibly.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can be demoed live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vision: every Canadian student, in every language, understanding the technology shaping their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7A3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3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SUPER INTELLIGENCE ACADEMY · PITCH DECK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 Academy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700" dirty="0">
                <a:solidFill>
                  <a:srgbClr val="E8E4D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Open-source K–12 AI literacy platform — Khan-style mastery, Plan B-style clarity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700" dirty="0">
                <a:solidFill>
                  <a:srgbClr val="E8E4D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Aligned with Canada's National AI Literacy Initiative &amp; provincial curricula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700" dirty="0">
                <a:solidFill>
                  <a:srgbClr val="E8E4D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Studio-quality narration in every lesson via ElevenLabs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700" dirty="0">
                <a:solidFill>
                  <a:srgbClr val="E8E4D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github.com/9lordisgod/ai-course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3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Super Intelligence Academy — K–12 AI literacy with ElevenLabs voice-over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FF5C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 NOW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11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moment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Sept 2026 — Canada launches the $13M National AI Literacy Initiative with Amii (part of the 'AI for All' strategy)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Target: up to 1M post-secondary students and 50,000+ K–12 educators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CanCode Phase 5: $30M (2026–2028) to reach ~1.1M students and 76,000 teachers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New Brunswick weaves AI literacy across K–12 from Sept 2026; B.C. embeds it in ADST &amp; Career Education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1865F2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IN THE CLASSROOM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11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Canada-wide mandatory AI course — every province, district and school improvises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Teachers get policy PDFs, not lesson plans; 'AI literacy' is a required outcome without a curriculum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Newcomer families (Chinese is Canada's 3rd most spoken language) are left out of English-only resources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Existing US-centric tools ignore Canadian privacy law, Indigenous data sovereignty and provincial curricula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1865F2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11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 curriculum-mapped modules: How AI works · GenAI &amp; cognitive offloading · Bias &amp; deepfakes · Privacy · Academic integrity · Indigenous data sovereignty · Responsible use · Future careers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lesson: plain-English text, ElevenLabs voice-over, classroom activity, practice quiz, mastery points &amp; certificate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Teacher Hub: traffic-light AI-use policy generator + disclosure templates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Parent portal &amp; Provincial Policy Explorer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Privacy-first: no student accounts, progress on-device, works with district-approved tools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1865F2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DIFFERENTIATOR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11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voice-over matters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Early readers (K–3) and English-language learners can access every lesson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Accessibility: WCAG-aligned audio alternative for all text content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ElevenLabs voices deliver studio-quality English narration from one cached pipeline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Server-side proxy keeps API keys safe; audio cached per lesson to keep cost near zero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1865F2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SIZE &amp; SEGMENTS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11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Market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~5.7M K–12 students and ~400,000 educators across Canada's 10 provinces and 3 territories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Serviceable: districts adopting AI guidance (B.C., NB, ON, AB, QC) — ~3,000 schools in year 1 target markets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Newcomer &amp; ELL families (~1 in 4 students in Metro Vancouver &amp; GTA) benefit most from audio-first lessons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Adjacent: after-school academies, libraries, newcomer settlement agencies, post-secondary bridge programs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1865F2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REVENUE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11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Business model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Open-core: lessons free &amp; open-source (MIT) to maximise adoption and trust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School licence: $1,200/school/yr — analytics dashboard, LMS (Google Classroom / Brightspace) integration, custom voices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District licence: volume pricing + policy customisation + PD workshops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Grant-funded delivery: CanCode-eligible nonprofits license content for funded programs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Optional: paid PD micro-credential for educators (co-badged with Essentials for Educators)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1865F2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11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Go-to-market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Phase 1 (Q4 2026): pilot with 10 schools in Metro Vancouver (VSB Copilot-approved environment) &amp; Edmonton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Phase 2 (2027): partner with CanCode-funded nonprofits and provincial teacher associations (BCTF, NBTA)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Phase 3 (2027–28): French translation for Quebec &amp; francophone boards; Indigenous-language pilots with community consent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Channels: educator conferences, Amii Essentials for Educators cohort, newcomer settlement agencies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1865F2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11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Competitive landscape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Code.org AI / Day of AI (MIT) / Experience AI (Google): strong but US/UK-centric, English-only, no Canadian policy mapping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Khanmigo / MagicSchool: AI tutors &amp; teacher tools — not curricula about AI itself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aiEDU: US curriculum, English-only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Us: Canada-specific · curriculum-mapped · voice-over · policy generator · open-source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1865F2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WHAT'S BUILT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11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Traction &amp; roadmap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✅ Working platform: 8 modules, 12 lessons, quizzes, certificates, Teacher Hub, policy explorer — live on GitHub Pages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✅ ElevenLabs TTS pipeline with caching and browser fallback; live on GitHub Pages, deployable anywhere Node runs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Q4 2026: pilot schools, teacher feedback loop, French UI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2027: LMS integrations, analytics, 20+ lessons per grade band, educator micro-credential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1865F2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ASK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11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Team &amp; ask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Seeking $250K pre-seed (or CanCode-partner grant) for 12 months of runway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of funds: 40% content &amp; translation (incl. French), 30% engineering, 20% pilots &amp; PD, 10% ops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Milestones: 50 schools, 10,000 students, 2 district contracts by end of 2027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21242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Advisors sought: Canadian educators, Indigenous data-governance experts, ELL specialists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1865F2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92608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FF5C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926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9260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7A3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ACADEMY  ·  SUPER INTELLIGENCE ACADEMY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498080" y="292608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A3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CONTACT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Thank you · 谢谢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8046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E8E4D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demo: 9lordisgod.github.io/ai-course (or run `npm start`)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E8E4D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Repository: github.com/9lordisgod/ai-course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450" dirty="0">
                <a:solidFill>
                  <a:srgbClr val="E8E4D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Sources: Government of Canada, Amii, B.C. Ministry of Education, ISED CanCode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097280" cy="36576"/>
          </a:xfrm>
          <a:prstGeom prst="rect">
            <a:avLst/>
          </a:prstGeom>
          <a:solidFill>
            <a:srgbClr val="FF5C0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SI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 Academy</dc:title>
  <dc:subject>Super Intelligence Academy — K–12 AI literacy with ElevenLabs voice-over</dc:subject>
  <dc:creator>SI Academy</dc:creator>
  <cp:lastModifiedBy>SI Academy</cp:lastModifiedBy>
  <cp:revision>1</cp:revision>
  <dcterms:created xsi:type="dcterms:W3CDTF">2026-09-30T23:56:11Z</dcterms:created>
  <dcterms:modified xsi:type="dcterms:W3CDTF">2026-09-30T23:56:11Z</dcterms:modified>
</cp:coreProperties>
</file>