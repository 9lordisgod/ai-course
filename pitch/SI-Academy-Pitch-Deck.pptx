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we make AI literacy teachable in every Canadian classroom, in the languages families actually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tailwinds are unprecedented. Funding is flowing to educators, but ready-to-teach, curriculum-mapped content is scarce.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Educators want to comply and teach well, but they lack time, translation and Canadian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 K–12 lesson: press Listen, take the quiz, watch mastery update. Then open the AI Engineer track and the Open Resource Library, and finish with the policy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is not a gimmick — it doubles the addressable grade range and satisfies accessibility requirements districts must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Bottom-up: 3,000 schools × $1,200/yr = $3.6M ARR at 100% penetration of year-1 target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tier drives teacher adoption; districts pay for administration, compliance and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ride the policy cycle: every district writing an AI policy in 2026–27 needs classroom content to back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complementary to AI tutors; we teach students how to use them responsibly.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can be demoed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vision: every Canadian student, in every language, understanding the technology shaping their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A3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3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SUPER INTELLIGENCE ACADEMY · PITCH DECK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Academy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70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Open-source AI literacy platform — K–12 curriculum plus four open learning tracks, Khan-style mastery, Plan B-style clarity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70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with Canada's National AI Literacy Initiative &amp; provincial curricula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70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Studio-quality narration in every lesson via ElevenLabs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70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github.com/9lordisgod/ai-course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3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Super Intelligence Academy — K–12 AI literacy and open learning tracks with ElevenLabs voice-over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FF5C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moment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Sept 2026 — Canada launches the $13M National AI Literacy Initiative with Amii (part of the 'AI for All' strategy)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Target: up to 1M post-secondary students and 50,000+ K–12 educators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CanCode Phase 5: $30M (2026–2028) to reach ~1.1M students and 76,000 teachers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Brunswick weaves AI literacy across K–12 from Sept 2026; B.C. embeds it in ADST &amp; Career Education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GAP IN THE CLASSROOM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Canada-wide mandatory AI course — every province, district and school improvises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Teachers get policy PDFs, not lesson plans; 'AI literacy' is a required outcome without a curriculum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Newcomer families (Chinese is Canada's 3rd most spoken language) are left out of English-only resources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US-centric tools ignore Canadian privacy law, Indigenous data sovereignty and provincial curricula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curriculum-mapped modules: How AI works · GenAI &amp; cognitive offloading · Bias &amp; deepfakes · Privacy · Academic integrity · Indigenous data sovereignty · Responsible use · Future careers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lesson: plain-English text, ElevenLabs voice-over, classroom activity, practice quiz, mastery points &amp; certificate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K–12: four learning tracks (Intro · Practitioner ML · AI Engineer · Academic) — 16 modules, 48 original lessons built on Microsoft, Hugging Face, fast.ai, d2l.ai, Karpathy and Stanford/MIT open courses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Resource Library: 41 curated curricula, books and classes with license and fork/link-only status — no rehosted copyrighted PDFs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 Hub: traffic-light AI-use policy generator + disclosure templates · Parent portal · Provincial Policy Explorer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Privacy-first: no student accounts, progress on-device, works with district-approved tools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DIFFERENTIATOR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voice-over matters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Early readers (K–3) and English-language learners can access every lesson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Accessibility: WCAG-aligned audio alternative for all text content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ElevenLabs voices deliver studio-quality English narration from one cached pipeline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Server-side proxy keeps API keys safe; audio cached per lesson to keep cost near zero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 &amp; SEGMENTS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~5.7M K–12 students and ~400,000 educators across Canada's 10 provinces and 3 territories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Serviceable: districts adopting AI guidance (B.C., NB, ON, AB, QC) — ~3,000 schools in year 1 target markets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Newcomer &amp; ELL families (~1 in 4 students in Metro Vancouver &amp; GTA) benefit most from audio-first lessons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Adjacent: after-school academies, libraries, newcomer settlement agencies, post-secondary bridge programs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Open-core: lessons free &amp; open-source (MIT) to maximise adoption and trust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School licence: $1,200/school/yr — analytics dashboard, LMS (Google Classroom / Brightspace) integration, custom voices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District licence: volume pricing + policy customisation + PD workshops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Grant-funded delivery: CanCode-eligible nonprofits license content for funded programs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Optional: paid PD micro-credential for educators (co-badged with Essentials for Educators)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 (Q4 2026): pilot with 10 schools in Metro Vancouver (VSB Copilot-approved environment) &amp; Edmonton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 (2027): partner with CanCode-funded nonprofits and provincial teacher associations (BCTF, NBTA)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 (2027–28): French translation for Quebec &amp; francophone boards; Indigenous-language pilots with community consent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Channels: educator conferences, Amii Essentials for Educators cohort, newcomer settlement agencies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Code.org AI / Day of AI (MIT) / Experience AI (Google): strong but US/UK-centric, English-only, no Canadian policy mapping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Khanmigo / MagicSchool: AI tutors &amp; teacher tools — not curricula about AI itself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aiEDU: US curriculum, English-only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Us: Canada-specific · curriculum-mapped · voice-over · policy generator · open-source · a free on-ramp from K–12 to practitioner and research tracks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WHAT'S BUILT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Working platform: 8 K–12 modules + 4 learning tracks (16 modules, 48 lessons, 100+ open-resource links), quizzes, certificates, Teacher Hub, Open Resource Library, policy explorer — live on GitHub Pages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ElevenLabs TTS pipeline with caching and browser fallback; live on GitHub Pages, deployable anywhere Node runs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 2026: pilot schools, teacher feedback loop, French UI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2027: LMS integrations, analytics, 20+ lessons per grade band, mirrored notebooks for fork-licensed curricula, educator micro-credential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&amp; ask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Seeking $250K pre-seed (or CanCode-partner grant) for 12 months of runway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of funds: 40% content &amp; translation (incl. French), 30% engineering, 20% pilots &amp; PD, 10% ops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Milestones: 50 schools, 10,000 students, 2 district contracts by end of 2027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2124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Advisors sought: Canadian educators, Indigenous data-governance experts, ELL specialists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1865F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92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A3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ACADEMY  ·  SUPER INTELLIGENCE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0" y="292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3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demo: 9lordisgod.github.io/ai-course (or run `npm start`)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Repository: github.com/9lordisgod/ai-course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450" dirty="0">
                <a:solidFill>
                  <a:srgbClr val="E8E4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Sources: Government of Canada, Amii, B.C. Ministry of Education, ISED CanCode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" cy="36576"/>
          </a:xfrm>
          <a:prstGeom prst="rect">
            <a:avLst/>
          </a:prstGeom>
          <a:solidFill>
            <a:srgbClr val="FF5C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 Academy</dc:title>
  <dc:subject>Super Intelligence Academy — K–12 AI literacy and open learning tracks with ElevenLabs voice-over</dc:subject>
  <dc:creator>SI Academy</dc:creator>
  <cp:lastModifiedBy>SI Academy</cp:lastModifiedBy>
  <cp:revision>1</cp:revision>
  <dcterms:created xsi:type="dcterms:W3CDTF">2026-10-01T00:48:31Z</dcterms:created>
  <dcterms:modified xsi:type="dcterms:W3CDTF">2026-10-01T00:48:31Z</dcterms:modified>
</cp:coreProperties>
</file>